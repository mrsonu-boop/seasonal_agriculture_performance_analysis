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E73374-6F68-4E33-A418-CEB400DF806D}" v="553" dt="2026-09-06T11:26:43.577"/>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MESH THORWAT" userId="134767541025f78a" providerId="LiveId" clId="{3B887098-64F3-439B-BD94-C65A83900DE4}"/>
    <pc:docChg chg="undo custSel addSld modSld">
      <pc:chgData name="PRATHMESH THORWAT" userId="134767541025f78a" providerId="LiveId" clId="{3B887098-64F3-439B-BD94-C65A83900DE4}" dt="2026-09-06T11:26:49.182" v="683" actId="14100"/>
      <pc:docMkLst>
        <pc:docMk/>
      </pc:docMkLst>
      <pc:sldChg chg="modSp mod modAnim">
        <pc:chgData name="PRATHMESH THORWAT" userId="134767541025f78a" providerId="LiveId" clId="{3B887098-64F3-439B-BD94-C65A83900DE4}" dt="2026-09-06T11:26:49.182" v="683" actId="14100"/>
        <pc:sldMkLst>
          <pc:docMk/>
          <pc:sldMk cId="1341901065" sldId="302"/>
        </pc:sldMkLst>
        <pc:spChg chg="mod">
          <ac:chgData name="PRATHMESH THORWAT" userId="134767541025f78a" providerId="LiveId" clId="{3B887098-64F3-439B-BD94-C65A83900DE4}" dt="2026-09-06T11:26:49.182" v="683" actId="14100"/>
          <ac:spMkLst>
            <pc:docMk/>
            <pc:sldMk cId="1341901065" sldId="302"/>
            <ac:spMk id="7" creationId="{B21C28F5-3CA3-4B78-B5C9-550C00BB3174}"/>
          </ac:spMkLst>
        </pc:spChg>
      </pc:sldChg>
      <pc:sldChg chg="delSp modSp mod">
        <pc:chgData name="PRATHMESH THORWAT" userId="134767541025f78a" providerId="LiveId" clId="{3B887098-64F3-439B-BD94-C65A83900DE4}" dt="2026-09-06T10:40:18.636" v="314" actId="1076"/>
        <pc:sldMkLst>
          <pc:docMk/>
          <pc:sldMk cId="3401748718" sldId="304"/>
        </pc:sldMkLst>
        <pc:spChg chg="mod">
          <ac:chgData name="PRATHMESH THORWAT" userId="134767541025f78a" providerId="LiveId" clId="{3B887098-64F3-439B-BD94-C65A83900DE4}" dt="2026-09-06T10:40:18.636" v="314" actId="1076"/>
          <ac:spMkLst>
            <pc:docMk/>
            <pc:sldMk cId="3401748718" sldId="304"/>
            <ac:spMk id="3" creationId="{D88C20CF-C1EE-4092-B52D-FD4AB2AB2508}"/>
          </ac:spMkLst>
        </pc:spChg>
        <pc:spChg chg="del">
          <ac:chgData name="PRATHMESH THORWAT" userId="134767541025f78a" providerId="LiveId" clId="{3B887098-64F3-439B-BD94-C65A83900DE4}" dt="2026-09-06T10:40:13.799" v="313" actId="478"/>
          <ac:spMkLst>
            <pc:docMk/>
            <pc:sldMk cId="3401748718" sldId="304"/>
            <ac:spMk id="12" creationId="{BC277FD7-925B-4C3D-A364-118403201507}"/>
          </ac:spMkLst>
        </pc:spChg>
      </pc:sldChg>
      <pc:sldChg chg="addSp modSp mod">
        <pc:chgData name="PRATHMESH THORWAT" userId="134767541025f78a" providerId="LiveId" clId="{3B887098-64F3-439B-BD94-C65A83900DE4}" dt="2026-09-06T11:23:58.114" v="675" actId="1076"/>
        <pc:sldMkLst>
          <pc:docMk/>
          <pc:sldMk cId="3696770303" sldId="315"/>
        </pc:sldMkLst>
        <pc:spChg chg="add mod">
          <ac:chgData name="PRATHMESH THORWAT" userId="134767541025f78a" providerId="LiveId" clId="{3B887098-64F3-439B-BD94-C65A83900DE4}" dt="2026-09-06T11:23:58.114" v="675" actId="1076"/>
          <ac:spMkLst>
            <pc:docMk/>
            <pc:sldMk cId="3696770303" sldId="315"/>
            <ac:spMk id="2" creationId="{602B35B4-D85F-6DA8-45B8-70B3E66F9095}"/>
          </ac:spMkLst>
        </pc:spChg>
        <pc:spChg chg="mod">
          <ac:chgData name="PRATHMESH THORWAT" userId="134767541025f78a" providerId="LiveId" clId="{3B887098-64F3-439B-BD94-C65A83900DE4}" dt="2026-09-06T11:23:42.349" v="672" actId="20577"/>
          <ac:spMkLst>
            <pc:docMk/>
            <pc:sldMk cId="3696770303" sldId="315"/>
            <ac:spMk id="3" creationId="{EBF2FBC7-3552-4F01-BB27-8BEEE74F7277}"/>
          </ac:spMkLst>
        </pc:spChg>
      </pc:sldChg>
      <pc:sldChg chg="modSp mod modAnim">
        <pc:chgData name="PRATHMESH THORWAT" userId="134767541025f78a" providerId="LiveId" clId="{3B887098-64F3-439B-BD94-C65A83900DE4}" dt="2026-09-06T10:33:25.215" v="181" actId="1076"/>
        <pc:sldMkLst>
          <pc:docMk/>
          <pc:sldMk cId="3098548442" sldId="327"/>
        </pc:sldMkLst>
        <pc:spChg chg="mod">
          <ac:chgData name="PRATHMESH THORWAT" userId="134767541025f78a" providerId="LiveId" clId="{3B887098-64F3-439B-BD94-C65A83900DE4}" dt="2026-09-06T10:33:25.215" v="181" actId="1076"/>
          <ac:spMkLst>
            <pc:docMk/>
            <pc:sldMk cId="3098548442" sldId="327"/>
            <ac:spMk id="2" creationId="{E46E4DD1-270B-4C80-AFF0-EB26F132AF36}"/>
          </ac:spMkLst>
        </pc:spChg>
      </pc:sldChg>
      <pc:sldChg chg="modSp mod modAnim">
        <pc:chgData name="PRATHMESH THORWAT" userId="134767541025f78a" providerId="LiveId" clId="{3B887098-64F3-439B-BD94-C65A83900DE4}" dt="2026-09-06T10:35:08.633" v="285" actId="1076"/>
        <pc:sldMkLst>
          <pc:docMk/>
          <pc:sldMk cId="48075006" sldId="329"/>
        </pc:sldMkLst>
        <pc:spChg chg="mod">
          <ac:chgData name="PRATHMESH THORWAT" userId="134767541025f78a" providerId="LiveId" clId="{3B887098-64F3-439B-BD94-C65A83900DE4}" dt="2026-09-06T10:35:08.633" v="285" actId="1076"/>
          <ac:spMkLst>
            <pc:docMk/>
            <pc:sldMk cId="48075006" sldId="329"/>
            <ac:spMk id="2" creationId="{664E3B60-2780-459A-8583-F095D5E7463A}"/>
          </ac:spMkLst>
        </pc:spChg>
      </pc:sldChg>
      <pc:sldChg chg="modSp mod">
        <pc:chgData name="PRATHMESH THORWAT" userId="134767541025f78a" providerId="LiveId" clId="{3B887098-64F3-439B-BD94-C65A83900DE4}" dt="2026-09-03T15:58:53.492" v="177" actId="1076"/>
        <pc:sldMkLst>
          <pc:docMk/>
          <pc:sldMk cId="1604013440" sldId="338"/>
        </pc:sldMkLst>
        <pc:spChg chg="mod">
          <ac:chgData name="PRATHMESH THORWAT" userId="134767541025f78a" providerId="LiveId" clId="{3B887098-64F3-439B-BD94-C65A83900DE4}" dt="2026-09-03T15:58:05.702" v="140" actId="14100"/>
          <ac:spMkLst>
            <pc:docMk/>
            <pc:sldMk cId="1604013440" sldId="338"/>
            <ac:spMk id="2" creationId="{7201737A-B873-4D1D-8A41-5ABF5184BC8F}"/>
          </ac:spMkLst>
        </pc:spChg>
        <pc:spChg chg="mod">
          <ac:chgData name="PRATHMESH THORWAT" userId="134767541025f78a" providerId="LiveId" clId="{3B887098-64F3-439B-BD94-C65A83900DE4}" dt="2026-09-03T15:58:53.492" v="177" actId="1076"/>
          <ac:spMkLst>
            <pc:docMk/>
            <pc:sldMk cId="1604013440" sldId="338"/>
            <ac:spMk id="3" creationId="{17F04107-8754-E47D-3375-529E689711FA}"/>
          </ac:spMkLst>
        </pc:spChg>
        <pc:spChg chg="mod">
          <ac:chgData name="PRATHMESH THORWAT" userId="134767541025f78a" providerId="LiveId" clId="{3B887098-64F3-439B-BD94-C65A83900DE4}" dt="2026-09-03T15:55:21.768" v="14" actId="1076"/>
          <ac:spMkLst>
            <pc:docMk/>
            <pc:sldMk cId="1604013440" sldId="338"/>
            <ac:spMk id="4" creationId="{92056599-CDAA-4367-BEF8-31D6E32518C8}"/>
          </ac:spMkLst>
        </pc:spChg>
      </pc:sldChg>
      <pc:sldChg chg="addSp delSp modSp mod setBg setClrOvrMap">
        <pc:chgData name="PRATHMESH THORWAT" userId="134767541025f78a" providerId="LiveId" clId="{3B887098-64F3-439B-BD94-C65A83900DE4}" dt="2026-09-06T11:14:15.950" v="398" actId="27636"/>
        <pc:sldMkLst>
          <pc:docMk/>
          <pc:sldMk cId="1086225493" sldId="339"/>
        </pc:sldMkLst>
        <pc:spChg chg="mod">
          <ac:chgData name="PRATHMESH THORWAT" userId="134767541025f78a" providerId="LiveId" clId="{3B887098-64F3-439B-BD94-C65A83900DE4}" dt="2026-09-06T11:13:48.371" v="332" actId="26606"/>
          <ac:spMkLst>
            <pc:docMk/>
            <pc:sldMk cId="1086225493" sldId="339"/>
            <ac:spMk id="4" creationId="{AFE3A2AF-177E-45E6-A191-0F8523DB7FFA}"/>
          </ac:spMkLst>
        </pc:spChg>
        <pc:spChg chg="mod ord">
          <ac:chgData name="PRATHMESH THORWAT" userId="134767541025f78a" providerId="LiveId" clId="{3B887098-64F3-439B-BD94-C65A83900DE4}" dt="2026-09-06T11:14:15.950" v="398" actId="27636"/>
          <ac:spMkLst>
            <pc:docMk/>
            <pc:sldMk cId="1086225493" sldId="339"/>
            <ac:spMk id="10" creationId="{B19D8AC7-3787-4ADB-9212-0808F015C2DD}"/>
          </ac:spMkLst>
        </pc:spChg>
        <pc:spChg chg="add del">
          <ac:chgData name="PRATHMESH THORWAT" userId="134767541025f78a" providerId="LiveId" clId="{3B887098-64F3-439B-BD94-C65A83900DE4}" dt="2026-09-06T11:13:48.371" v="332" actId="26606"/>
          <ac:spMkLst>
            <pc:docMk/>
            <pc:sldMk cId="1086225493" sldId="339"/>
            <ac:spMk id="27" creationId="{9B6A14F7-CC83-4722-B948-C77EF5228287}"/>
          </ac:spMkLst>
        </pc:spChg>
        <pc:spChg chg="add del">
          <ac:chgData name="PRATHMESH THORWAT" userId="134767541025f78a" providerId="LiveId" clId="{3B887098-64F3-439B-BD94-C65A83900DE4}" dt="2026-09-06T11:13:48.371" v="332" actId="26606"/>
          <ac:spMkLst>
            <pc:docMk/>
            <pc:sldMk cId="1086225493" sldId="339"/>
            <ac:spMk id="29" creationId="{1FD1CAA3-F07B-4451-A14C-176BCB1FC0D9}"/>
          </ac:spMkLst>
        </pc:spChg>
        <pc:grpChg chg="add del">
          <ac:chgData name="PRATHMESH THORWAT" userId="134767541025f78a" providerId="LiveId" clId="{3B887098-64F3-439B-BD94-C65A83900DE4}" dt="2026-09-06T11:13:48.371" v="332" actId="26606"/>
          <ac:grpSpMkLst>
            <pc:docMk/>
            <pc:sldMk cId="1086225493" sldId="339"/>
            <ac:grpSpMk id="15" creationId="{3DFBBA17-68C1-41F9-89F3-78F3F2DB97BC}"/>
          </ac:grpSpMkLst>
        </pc:grpChg>
        <pc:picChg chg="add mod ord">
          <ac:chgData name="PRATHMESH THORWAT" userId="134767541025f78a" providerId="LiveId" clId="{3B887098-64F3-439B-BD94-C65A83900DE4}" dt="2026-09-06T11:13:54.228" v="333" actId="1076"/>
          <ac:picMkLst>
            <pc:docMk/>
            <pc:sldMk cId="1086225493" sldId="339"/>
            <ac:picMk id="3" creationId="{15A8EAD1-310E-4E16-290F-9C059AD9BE71}"/>
          </ac:picMkLst>
        </pc:picChg>
        <pc:picChg chg="mod ord">
          <ac:chgData name="PRATHMESH THORWAT" userId="134767541025f78a" providerId="LiveId" clId="{3B887098-64F3-439B-BD94-C65A83900DE4}" dt="2026-09-06T11:13:48.371" v="332" actId="26606"/>
          <ac:picMkLst>
            <pc:docMk/>
            <pc:sldMk cId="1086225493" sldId="339"/>
            <ac:picMk id="5" creationId="{BBB0C869-7C5C-4070-BD4D-F3FC2DA8F301}"/>
          </ac:picMkLst>
        </pc:picChg>
      </pc:sldChg>
      <pc:sldChg chg="addSp modSp mod modAnim">
        <pc:chgData name="PRATHMESH THORWAT" userId="134767541025f78a" providerId="LiveId" clId="{3B887098-64F3-439B-BD94-C65A83900DE4}" dt="2026-09-06T11:16:03.167" v="467" actId="27636"/>
        <pc:sldMkLst>
          <pc:docMk/>
          <pc:sldMk cId="3849627828" sldId="340"/>
        </pc:sldMkLst>
        <pc:spChg chg="mod">
          <ac:chgData name="PRATHMESH THORWAT" userId="134767541025f78a" providerId="LiveId" clId="{3B887098-64F3-439B-BD94-C65A83900DE4}" dt="2026-09-06T11:16:03.167" v="467" actId="27636"/>
          <ac:spMkLst>
            <pc:docMk/>
            <pc:sldMk cId="3849627828" sldId="340"/>
            <ac:spMk id="10" creationId="{3A64DB11-806F-1A4C-E0D5-D745D29CED50}"/>
          </ac:spMkLst>
        </pc:spChg>
        <pc:picChg chg="add mod">
          <ac:chgData name="PRATHMESH THORWAT" userId="134767541025f78a" providerId="LiveId" clId="{3B887098-64F3-439B-BD94-C65A83900DE4}" dt="2026-09-06T11:15:40.862" v="403" actId="1076"/>
          <ac:picMkLst>
            <pc:docMk/>
            <pc:sldMk cId="3849627828" sldId="340"/>
            <ac:picMk id="3" creationId="{66059DE9-40C0-E0E7-67F9-43E3E3FEDB8D}"/>
          </ac:picMkLst>
        </pc:picChg>
      </pc:sldChg>
      <pc:sldChg chg="addSp modSp mod">
        <pc:chgData name="PRATHMESH THORWAT" userId="134767541025f78a" providerId="LiveId" clId="{3B887098-64F3-439B-BD94-C65A83900DE4}" dt="2026-09-06T10:42:59.308" v="329" actId="1076"/>
        <pc:sldMkLst>
          <pc:docMk/>
          <pc:sldMk cId="776828144" sldId="341"/>
        </pc:sldMkLst>
        <pc:spChg chg="add mod">
          <ac:chgData name="PRATHMESH THORWAT" userId="134767541025f78a" providerId="LiveId" clId="{3B887098-64F3-439B-BD94-C65A83900DE4}" dt="2026-09-06T10:42:59.308" v="329" actId="1076"/>
          <ac:spMkLst>
            <pc:docMk/>
            <pc:sldMk cId="776828144" sldId="341"/>
            <ac:spMk id="2" creationId="{3751A59E-DFB6-111F-D90C-7AFA292CA505}"/>
          </ac:spMkLst>
        </pc:spChg>
      </pc:sldChg>
      <pc:sldChg chg="addSp modSp mod">
        <pc:chgData name="PRATHMESH THORWAT" userId="134767541025f78a" providerId="LiveId" clId="{3B887098-64F3-439B-BD94-C65A83900DE4}" dt="2026-09-06T10:41:51.286" v="321" actId="14100"/>
        <pc:sldMkLst>
          <pc:docMk/>
          <pc:sldMk cId="3863610428" sldId="342"/>
        </pc:sldMkLst>
        <pc:spChg chg="add mod">
          <ac:chgData name="PRATHMESH THORWAT" userId="134767541025f78a" providerId="LiveId" clId="{3B887098-64F3-439B-BD94-C65A83900DE4}" dt="2026-09-06T10:41:51.286" v="321" actId="14100"/>
          <ac:spMkLst>
            <pc:docMk/>
            <pc:sldMk cId="3863610428" sldId="342"/>
            <ac:spMk id="2" creationId="{D5DA3419-4CE9-783A-467E-D622EC6BB96B}"/>
          </ac:spMkLst>
        </pc:spChg>
      </pc:sldChg>
      <pc:sldChg chg="addSp modSp mod">
        <pc:chgData name="PRATHMESH THORWAT" userId="134767541025f78a" providerId="LiveId" clId="{3B887098-64F3-439B-BD94-C65A83900DE4}" dt="2026-09-06T10:39:54.003" v="312" actId="1076"/>
        <pc:sldMkLst>
          <pc:docMk/>
          <pc:sldMk cId="3962802212" sldId="343"/>
        </pc:sldMkLst>
        <pc:picChg chg="add mod">
          <ac:chgData name="PRATHMESH THORWAT" userId="134767541025f78a" providerId="LiveId" clId="{3B887098-64F3-439B-BD94-C65A83900DE4}" dt="2026-09-06T10:39:54.003" v="312" actId="1076"/>
          <ac:picMkLst>
            <pc:docMk/>
            <pc:sldMk cId="3962802212" sldId="343"/>
            <ac:picMk id="3" creationId="{6D47339B-D9A2-FA37-7AD1-CF34C21677BC}"/>
          </ac:picMkLst>
        </pc:picChg>
      </pc:sldChg>
      <pc:sldChg chg="addSp modSp mod">
        <pc:chgData name="PRATHMESH THORWAT" userId="134767541025f78a" providerId="LiveId" clId="{3B887098-64F3-439B-BD94-C65A83900DE4}" dt="2026-09-06T11:18:57.593" v="537" actId="1076"/>
        <pc:sldMkLst>
          <pc:docMk/>
          <pc:sldMk cId="1698901770" sldId="344"/>
        </pc:sldMkLst>
        <pc:spChg chg="mod">
          <ac:chgData name="PRATHMESH THORWAT" userId="134767541025f78a" providerId="LiveId" clId="{3B887098-64F3-439B-BD94-C65A83900DE4}" dt="2026-09-06T11:17:50.971" v="531" actId="20577"/>
          <ac:spMkLst>
            <pc:docMk/>
            <pc:sldMk cId="1698901770" sldId="344"/>
            <ac:spMk id="10" creationId="{B6E3B1C7-6A8B-23EE-6251-DC1067C6ADE9}"/>
          </ac:spMkLst>
        </pc:spChg>
        <pc:picChg chg="add mod">
          <ac:chgData name="PRATHMESH THORWAT" userId="134767541025f78a" providerId="LiveId" clId="{3B887098-64F3-439B-BD94-C65A83900DE4}" dt="2026-09-06T11:18:57.593" v="537" actId="1076"/>
          <ac:picMkLst>
            <pc:docMk/>
            <pc:sldMk cId="1698901770" sldId="344"/>
            <ac:picMk id="3" creationId="{17F8F56A-F644-5571-E59B-1391167B7CB7}"/>
          </ac:picMkLst>
        </pc:picChg>
      </pc:sldChg>
      <pc:sldChg chg="addSp modSp mod">
        <pc:chgData name="PRATHMESH THORWAT" userId="134767541025f78a" providerId="LiveId" clId="{3B887098-64F3-439B-BD94-C65A83900DE4}" dt="2026-09-06T11:19:23.121" v="612" actId="27636"/>
        <pc:sldMkLst>
          <pc:docMk/>
          <pc:sldMk cId="1903979828" sldId="345"/>
        </pc:sldMkLst>
        <pc:spChg chg="mod">
          <ac:chgData name="PRATHMESH THORWAT" userId="134767541025f78a" providerId="LiveId" clId="{3B887098-64F3-439B-BD94-C65A83900DE4}" dt="2026-09-06T11:19:23.121" v="612" actId="27636"/>
          <ac:spMkLst>
            <pc:docMk/>
            <pc:sldMk cId="1903979828" sldId="345"/>
            <ac:spMk id="10" creationId="{2B7B89A1-9444-8322-CADC-42D31D698FA8}"/>
          </ac:spMkLst>
        </pc:spChg>
        <pc:picChg chg="add mod">
          <ac:chgData name="PRATHMESH THORWAT" userId="134767541025f78a" providerId="LiveId" clId="{3B887098-64F3-439B-BD94-C65A83900DE4}" dt="2026-09-06T11:18:44.568" v="536" actId="1076"/>
          <ac:picMkLst>
            <pc:docMk/>
            <pc:sldMk cId="1903979828" sldId="345"/>
            <ac:picMk id="3" creationId="{17DE4B94-BB98-D062-04BD-5798F2F7B948}"/>
          </ac:picMkLst>
        </pc:picChg>
      </pc:sldChg>
      <pc:sldChg chg="addSp modSp mod">
        <pc:chgData name="PRATHMESH THORWAT" userId="134767541025f78a" providerId="LiveId" clId="{3B887098-64F3-439B-BD94-C65A83900DE4}" dt="2026-09-06T11:20:35.040" v="618" actId="1076"/>
        <pc:sldMkLst>
          <pc:docMk/>
          <pc:sldMk cId="1421522261" sldId="346"/>
        </pc:sldMkLst>
        <pc:picChg chg="add mod">
          <ac:chgData name="PRATHMESH THORWAT" userId="134767541025f78a" providerId="LiveId" clId="{3B887098-64F3-439B-BD94-C65A83900DE4}" dt="2026-09-06T11:20:35.040" v="618" actId="1076"/>
          <ac:picMkLst>
            <pc:docMk/>
            <pc:sldMk cId="1421522261" sldId="346"/>
            <ac:picMk id="3" creationId="{F46C1540-F92B-034A-7A77-4F6655FDF30B}"/>
          </ac:picMkLst>
        </pc:picChg>
      </pc:sldChg>
      <pc:sldChg chg="addSp delSp modSp new mod setBg">
        <pc:chgData name="PRATHMESH THORWAT" userId="134767541025f78a" providerId="LiveId" clId="{3B887098-64F3-439B-BD94-C65A83900DE4}" dt="2026-09-06T11:21:21.344" v="625" actId="26606"/>
        <pc:sldMkLst>
          <pc:docMk/>
          <pc:sldMk cId="316219237" sldId="347"/>
        </pc:sldMkLst>
        <pc:spChg chg="del">
          <ac:chgData name="PRATHMESH THORWAT" userId="134767541025f78a" providerId="LiveId" clId="{3B887098-64F3-439B-BD94-C65A83900DE4}" dt="2026-09-06T11:20:45.678" v="620" actId="478"/>
          <ac:spMkLst>
            <pc:docMk/>
            <pc:sldMk cId="316219237" sldId="347"/>
            <ac:spMk id="2" creationId="{79B847D9-A335-0CFD-5D94-5893246F54EC}"/>
          </ac:spMkLst>
        </pc:spChg>
        <pc:spChg chg="del">
          <ac:chgData name="PRATHMESH THORWAT" userId="134767541025f78a" providerId="LiveId" clId="{3B887098-64F3-439B-BD94-C65A83900DE4}" dt="2026-09-06T11:20:45.678" v="620" actId="478"/>
          <ac:spMkLst>
            <pc:docMk/>
            <pc:sldMk cId="316219237" sldId="347"/>
            <ac:spMk id="3" creationId="{28C139AB-375B-D1A2-1201-26B5A145413E}"/>
          </ac:spMkLst>
        </pc:spChg>
        <pc:spChg chg="del">
          <ac:chgData name="PRATHMESH THORWAT" userId="134767541025f78a" providerId="LiveId" clId="{3B887098-64F3-439B-BD94-C65A83900DE4}" dt="2026-09-06T11:20:45.678" v="620" actId="478"/>
          <ac:spMkLst>
            <pc:docMk/>
            <pc:sldMk cId="316219237" sldId="347"/>
            <ac:spMk id="4" creationId="{70C8E427-A693-1B2A-E1DD-D943A74EFF6F}"/>
          </ac:spMkLst>
        </pc:spChg>
        <pc:spChg chg="add del">
          <ac:chgData name="PRATHMESH THORWAT" userId="134767541025f78a" providerId="LiveId" clId="{3B887098-64F3-439B-BD94-C65A83900DE4}" dt="2026-09-06T11:21:14.155" v="623" actId="26606"/>
          <ac:spMkLst>
            <pc:docMk/>
            <pc:sldMk cId="316219237" sldId="347"/>
            <ac:spMk id="23" creationId="{85C2136B-77EC-41E9-BDB6-58A4AE1429B7}"/>
          </ac:spMkLst>
        </pc:spChg>
        <pc:spChg chg="add del">
          <ac:chgData name="PRATHMESH THORWAT" userId="134767541025f78a" providerId="LiveId" clId="{3B887098-64F3-439B-BD94-C65A83900DE4}" dt="2026-09-06T11:21:14.155" v="623" actId="26606"/>
          <ac:spMkLst>
            <pc:docMk/>
            <pc:sldMk cId="316219237" sldId="347"/>
            <ac:spMk id="29" creationId="{7FBCF2A6-1F18-4B68-B5D2-5B763ED4159A}"/>
          </ac:spMkLst>
        </pc:spChg>
        <pc:spChg chg="add del">
          <ac:chgData name="PRATHMESH THORWAT" userId="134767541025f78a" providerId="LiveId" clId="{3B887098-64F3-439B-BD94-C65A83900DE4}" dt="2026-09-06T11:21:14.155" v="623" actId="26606"/>
          <ac:spMkLst>
            <pc:docMk/>
            <pc:sldMk cId="316219237" sldId="347"/>
            <ac:spMk id="31" creationId="{FF3A27FB-A693-4A75-951E-0C77CD98F032}"/>
          </ac:spMkLst>
        </pc:spChg>
        <pc:spChg chg="add del">
          <ac:chgData name="PRATHMESH THORWAT" userId="134767541025f78a" providerId="LiveId" clId="{3B887098-64F3-439B-BD94-C65A83900DE4}" dt="2026-09-06T11:21:21.344" v="625" actId="26606"/>
          <ac:spMkLst>
            <pc:docMk/>
            <pc:sldMk cId="316219237" sldId="347"/>
            <ac:spMk id="36" creationId="{7941F9B1-B01B-4A84-89D9-B169AEB4E456}"/>
          </ac:spMkLst>
        </pc:spChg>
        <pc:spChg chg="add del">
          <ac:chgData name="PRATHMESH THORWAT" userId="134767541025f78a" providerId="LiveId" clId="{3B887098-64F3-439B-BD94-C65A83900DE4}" dt="2026-09-06T11:21:21.344" v="625" actId="26606"/>
          <ac:spMkLst>
            <pc:docMk/>
            <pc:sldMk cId="316219237" sldId="347"/>
            <ac:spMk id="45" creationId="{03E8462A-FEBA-4848-81CC-3F8DA3E477BE}"/>
          </ac:spMkLst>
        </pc:spChg>
        <pc:grpChg chg="add del">
          <ac:chgData name="PRATHMESH THORWAT" userId="134767541025f78a" providerId="LiveId" clId="{3B887098-64F3-439B-BD94-C65A83900DE4}" dt="2026-09-06T11:21:14.155" v="623" actId="26606"/>
          <ac:grpSpMkLst>
            <pc:docMk/>
            <pc:sldMk cId="316219237" sldId="347"/>
            <ac:grpSpMk id="11" creationId="{DDE8DE2B-61C1-46D5-BEB8-521321C182C4}"/>
          </ac:grpSpMkLst>
        </pc:grpChg>
        <pc:grpChg chg="add del">
          <ac:chgData name="PRATHMESH THORWAT" userId="134767541025f78a" providerId="LiveId" clId="{3B887098-64F3-439B-BD94-C65A83900DE4}" dt="2026-09-06T11:21:21.344" v="625" actId="26606"/>
          <ac:grpSpMkLst>
            <pc:docMk/>
            <pc:sldMk cId="316219237" sldId="347"/>
            <ac:grpSpMk id="35" creationId="{609316A9-990D-4EC3-A671-70EE5C1493A4}"/>
          </ac:grpSpMkLst>
        </pc:grpChg>
        <pc:grpChg chg="add del">
          <ac:chgData name="PRATHMESH THORWAT" userId="134767541025f78a" providerId="LiveId" clId="{3B887098-64F3-439B-BD94-C65A83900DE4}" dt="2026-09-06T11:21:21.344" v="625" actId="26606"/>
          <ac:grpSpMkLst>
            <pc:docMk/>
            <pc:sldMk cId="316219237" sldId="347"/>
            <ac:grpSpMk id="46" creationId="{2109F83F-40FE-4DB3-84CC-09FB3340D06D}"/>
          </ac:grpSpMkLst>
        </pc:grpChg>
        <pc:picChg chg="add mod">
          <ac:chgData name="PRATHMESH THORWAT" userId="134767541025f78a" providerId="LiveId" clId="{3B887098-64F3-439B-BD94-C65A83900DE4}" dt="2026-09-06T11:21:21.344" v="625" actId="26606"/>
          <ac:picMkLst>
            <pc:docMk/>
            <pc:sldMk cId="316219237" sldId="347"/>
            <ac:picMk id="6" creationId="{99FE9747-15C6-D626-964E-1A0C204781F2}"/>
          </ac:picMkLst>
        </pc:picChg>
        <pc:cxnChg chg="add del">
          <ac:chgData name="PRATHMESH THORWAT" userId="134767541025f78a" providerId="LiveId" clId="{3B887098-64F3-439B-BD94-C65A83900DE4}" dt="2026-09-06T11:21:14.155" v="623" actId="26606"/>
          <ac:cxnSpMkLst>
            <pc:docMk/>
            <pc:sldMk cId="316219237" sldId="347"/>
            <ac:cxnSpMk id="25" creationId="{E55891F3-A5E2-4418-8950-25FA2B731209}"/>
          </ac:cxnSpMkLst>
        </pc:cxnChg>
        <pc:cxnChg chg="add del">
          <ac:chgData name="PRATHMESH THORWAT" userId="134767541025f78a" providerId="LiveId" clId="{3B887098-64F3-439B-BD94-C65A83900DE4}" dt="2026-09-06T11:21:14.155" v="623" actId="26606"/>
          <ac:cxnSpMkLst>
            <pc:docMk/>
            <pc:sldMk cId="316219237" sldId="347"/>
            <ac:cxnSpMk id="27" creationId="{FB1FCEB1-A7E1-417C-A7EF-AA30D5A0859F}"/>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89186" y="4173194"/>
            <a:ext cx="6719614" cy="861497"/>
          </a:xfrm>
        </p:spPr>
        <p:txBody>
          <a:bodyPr vert="horz" lIns="91440" tIns="45720" rIns="91440" bIns="45720" rtlCol="0" anchor="t">
            <a:noAutofit/>
          </a:bodyPr>
          <a:lstStyle/>
          <a:p>
            <a:pPr algn="r"/>
            <a:r>
              <a:rPr lang="en-US" dirty="0">
                <a:solidFill>
                  <a:schemeClr val="tx1"/>
                </a:solidFill>
              </a:rPr>
              <a:t>[ Name - Prathmesh Rajendra Thorwat  </a:t>
            </a:r>
            <a:endParaRPr lang="en-IN" dirty="0">
              <a:solidFill>
                <a:schemeClr val="tx1"/>
              </a:solidFill>
            </a:endParaRPr>
          </a:p>
          <a:p>
            <a:pPr algn="r"/>
            <a:r>
              <a:rPr lang="en-US" dirty="0">
                <a:solidFill>
                  <a:schemeClr val="tx1"/>
                </a:solidFill>
              </a:rPr>
              <a:t>College Name-  MET BKC Institute of Engineering]</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49931" y="2622894"/>
            <a:ext cx="11492138" cy="1302383"/>
          </a:xfrm>
        </p:spPr>
        <p:txBody>
          <a:bodyPr>
            <a:normAutofit fontScale="90000"/>
          </a:bodyPr>
          <a:lstStyle/>
          <a:p>
            <a:r>
              <a:rPr lang="en-GB" sz="3200" dirty="0"/>
              <a:t>Project Title - </a:t>
            </a:r>
            <a:r>
              <a:rPr lang="en-US" sz="3200" dirty="0"/>
              <a:t>SEASONAL AGRICULTURE PERFORMANCE ANALYSIS</a:t>
            </a:r>
            <a:br>
              <a:rPr lang="en-US" sz="3200"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84686" y="5968389"/>
            <a:ext cx="5666914" cy="369332"/>
          </a:xfrm>
          <a:prstGeom prst="rect">
            <a:avLst/>
          </a:prstGeom>
          <a:noFill/>
        </p:spPr>
        <p:txBody>
          <a:bodyPr wrap="square" rtlCol="0">
            <a:spAutoFit/>
          </a:bodyPr>
          <a:lstStyle/>
          <a:p>
            <a:r>
              <a:rPr lang="en-US" b="1" dirty="0"/>
              <a:t>AICTE STU ID : (STU6a07fdf0488dd1778908656)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6764" y="2241316"/>
            <a:ext cx="6431280" cy="3607987"/>
          </a:xfrm>
        </p:spPr>
        <p:txBody>
          <a:bodyPr vert="horz" lIns="91440" tIns="45720" rIns="91440" bIns="45720" rtlCol="0" anchor="t">
            <a:normAutofit lnSpcReduction="10000"/>
          </a:bodyPr>
          <a:lstStyle/>
          <a:p>
            <a:pPr lvl="0"/>
            <a:r>
              <a:rPr lang="en-US" b="1" dirty="0"/>
              <a:t>Seasonal Complexity:</a:t>
            </a:r>
            <a:r>
              <a:rPr lang="en-US" dirty="0"/>
              <a:t> Agricultural activities and productivity vary significantly across different seasons due to environmental conditions, resource availability, and market dynamics. </a:t>
            </a:r>
          </a:p>
          <a:p>
            <a:pPr lvl="0"/>
            <a:r>
              <a:rPr lang="en-US" b="1" dirty="0"/>
              <a:t>Data Gap:</a:t>
            </a:r>
            <a:r>
              <a:rPr lang="en-US" dirty="0"/>
              <a:t> Raw agricultural datasets do not directly reveal the underlying patterns or reasons behind these seasonal variations. </a:t>
            </a:r>
          </a:p>
          <a:p>
            <a:pPr lvl="0"/>
            <a:r>
              <a:rPr lang="en-US" b="1" dirty="0"/>
              <a:t>Core Challenge:</a:t>
            </a:r>
            <a:r>
              <a:rPr lang="en-US" dirty="0"/>
              <a:t> Need for structured data analytics to investigate seasonal differences, uncover trends, and evaluate performance variations across farming environments. </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602B35B4-D85F-6DA8-45B8-70B3E66F9095}"/>
              </a:ext>
            </a:extLst>
          </p:cNvPr>
          <p:cNvSpPr txBox="1"/>
          <p:nvPr/>
        </p:nvSpPr>
        <p:spPr>
          <a:xfrm>
            <a:off x="355599" y="2073117"/>
            <a:ext cx="8158481" cy="4612640"/>
          </a:xfrm>
          <a:prstGeom prst="rect">
            <a:avLst/>
          </a:prstGeom>
          <a:noFill/>
        </p:spPr>
        <p:txBody>
          <a:bodyPr wrap="square" rtlCol="0">
            <a:spAutoFit/>
          </a:bodyPr>
          <a:lstStyle/>
          <a:p>
            <a:r>
              <a:rPr lang="en-US" dirty="0"/>
              <a:t>The </a:t>
            </a:r>
            <a:r>
              <a:rPr lang="en-US" b="1" dirty="0"/>
              <a:t>Seasonal Agricultural Performance &amp; Yield Optimization Analysis</a:t>
            </a:r>
            <a:r>
              <a:rPr lang="en-US" dirty="0"/>
              <a:t> system is a comprehensive, data-driven framework developed to evaluate agricultural metrics across multi-seasonal farming cycles. Designed to address productivity inefficiencies, variable crop yields, and economic fluctuations, this project conducts end-to-end data auditing, soil chemistry profiling, and financial evaluation across 28 key operational parameters.</a:t>
            </a:r>
          </a:p>
          <a:p>
            <a:r>
              <a:rPr lang="en-US" dirty="0"/>
              <a:t>By analyzing environmental factors such as soil pH, soil moisture, and NPK nutrient balances alongside climatic variables like precipitation and temperature, the platform models crop performance across Kharif, Rabi, and Zaid seasons. The analytics engine processes operational metrics—including farm acreage, cost per hectare, market revenue, and net profit margins—to isolate drivers of agricultural yield. Through statistical workflows, regression modeling, and multi-panel visualizations, the system converts raw agricultural data into actionable insights for optimized resource allocation, crop selection, and risk management.</a:t>
            </a:r>
          </a:p>
          <a:p>
            <a:endParaRPr lang="en-US"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284479" y="2186781"/>
            <a:ext cx="7904481" cy="3990023"/>
          </a:xfrm>
        </p:spPr>
        <p:txBody>
          <a:bodyPr>
            <a:normAutofit/>
          </a:bodyPr>
          <a:lstStyle/>
          <a:p>
            <a:pPr lvl="0"/>
            <a:r>
              <a:rPr lang="en-US" b="1" dirty="0"/>
              <a:t>Agricultural Planners &amp; Policy Makers:</a:t>
            </a:r>
            <a:r>
              <a:rPr lang="en-US" dirty="0"/>
              <a:t> To design evidence-based seasonal strategies and resource allocation frameworks. </a:t>
            </a:r>
          </a:p>
          <a:p>
            <a:pPr lvl="0"/>
            <a:r>
              <a:rPr lang="en-US" b="1" dirty="0"/>
              <a:t>Farmers &amp; Cooperatives:</a:t>
            </a:r>
            <a:r>
              <a:rPr lang="en-US" dirty="0"/>
              <a:t> To optimize crop selection, input timing, and market risk management across seasons. </a:t>
            </a:r>
          </a:p>
          <a:p>
            <a:pPr lvl="0"/>
            <a:r>
              <a:rPr lang="en-US" b="1" dirty="0"/>
              <a:t>Data Analysts &amp; Researchers:</a:t>
            </a:r>
            <a:r>
              <a:rPr lang="en-US" dirty="0"/>
              <a:t> To explore seasonal agricultural performance trends and build predictive models.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6238" y="1463105"/>
            <a:ext cx="11551921" cy="5243448"/>
          </a:xfrm>
        </p:spPr>
        <p:txBody>
          <a:bodyPr>
            <a:noAutofit/>
          </a:bodyPr>
          <a:lstStyle/>
          <a:p>
            <a:pPr lvl="0"/>
            <a:r>
              <a:rPr lang="en-US" b="1" dirty="0"/>
              <a:t>Python 3.10+</a:t>
            </a:r>
            <a:r>
              <a:rPr lang="en-US" dirty="0"/>
              <a:t>: Main language used for data processing, statistics, and script logic.</a:t>
            </a:r>
          </a:p>
          <a:p>
            <a:pPr lvl="0"/>
            <a:r>
              <a:rPr lang="en-US" b="1" dirty="0"/>
              <a:t>Jupyter Notebook / Google </a:t>
            </a:r>
            <a:r>
              <a:rPr lang="en-US" b="1" dirty="0" err="1"/>
              <a:t>Colab</a:t>
            </a:r>
            <a:r>
              <a:rPr lang="en-US" dirty="0"/>
              <a:t>: Interactive environment for data analysis and visual output.</a:t>
            </a:r>
          </a:p>
          <a:p>
            <a:pPr lvl="0"/>
            <a:r>
              <a:rPr lang="en-US" b="1" dirty="0"/>
              <a:t>Pandas &amp; NumPy</a:t>
            </a:r>
            <a:r>
              <a:rPr lang="en-US" dirty="0"/>
              <a:t>: Essential libraries for data cleaning, manipulation, and numerical operations.</a:t>
            </a:r>
          </a:p>
          <a:p>
            <a:pPr lvl="0"/>
            <a:r>
              <a:rPr lang="en-US" b="1" dirty="0"/>
              <a:t>SciPy (</a:t>
            </a:r>
            <a:r>
              <a:rPr lang="en-US" b="1" dirty="0" err="1"/>
              <a:t>scipy.stats</a:t>
            </a:r>
            <a:r>
              <a:rPr lang="en-US" b="1" dirty="0"/>
              <a:t>)</a:t>
            </a:r>
            <a:r>
              <a:rPr lang="en-US" dirty="0"/>
              <a:t>: Applied for distribution skewness checks and statistical testing.</a:t>
            </a:r>
          </a:p>
          <a:p>
            <a:pPr lvl="0"/>
            <a:r>
              <a:rPr lang="en-US" b="1" dirty="0"/>
              <a:t>Matplotlib &amp; Seaborn</a:t>
            </a:r>
            <a:r>
              <a:rPr lang="en-US" dirty="0"/>
              <a:t>: Visualization libraries used for custom multi-panel charts, violin plots, and heatmaps.</a:t>
            </a:r>
          </a:p>
          <a:p>
            <a:pPr lvl="0"/>
            <a:r>
              <a:rPr lang="en-US" b="1" dirty="0"/>
              <a:t>Git &amp; GitHub</a:t>
            </a:r>
            <a:r>
              <a:rPr lang="en-US" dirty="0"/>
              <a:t>: Used for version control, repo hosting, and project documentation.</a:t>
            </a:r>
          </a:p>
          <a:p>
            <a:pPr lvl="1">
              <a:lnSpc>
                <a:spcPct val="150000"/>
              </a:lnSpc>
            </a:pPr>
            <a:endParaRPr lang="en-IN" sz="11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fontScale="92500"/>
          </a:bodyPr>
          <a:lstStyle/>
          <a:p>
            <a:pPr marL="0" indent="0">
              <a:buNone/>
            </a:pPr>
            <a:r>
              <a:rPr lang="en-US" dirty="0"/>
              <a:t>[Dataset loading and dataset shape]</a:t>
            </a:r>
            <a:endParaRPr lang="en-IN" dirty="0"/>
          </a:p>
        </p:txBody>
      </p:sp>
      <p:pic>
        <p:nvPicPr>
          <p:cNvPr id="3" name="Picture 2">
            <a:extLst>
              <a:ext uri="{FF2B5EF4-FFF2-40B4-BE49-F238E27FC236}">
                <a16:creationId xmlns:a16="http://schemas.microsoft.com/office/drawing/2014/main" id="{15A8EAD1-310E-4E16-290F-9C059AD9BE71}"/>
              </a:ext>
            </a:extLst>
          </p:cNvPr>
          <p:cNvPicPr>
            <a:picLocks noChangeAspect="1"/>
          </p:cNvPicPr>
          <p:nvPr/>
        </p:nvPicPr>
        <p:blipFill>
          <a:blip r:embed="rId3"/>
          <a:stretch>
            <a:fillRect/>
          </a:stretch>
        </p:blipFill>
        <p:spPr>
          <a:xfrm>
            <a:off x="94941" y="2029222"/>
            <a:ext cx="12002117" cy="463573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5145484" y="459086"/>
            <a:ext cx="4275138" cy="477520"/>
          </a:xfrm>
        </p:spPr>
        <p:txBody>
          <a:bodyPr>
            <a:normAutofit fontScale="70000" lnSpcReduction="20000"/>
          </a:bodyPr>
          <a:lstStyle/>
          <a:p>
            <a:pPr marL="0" indent="0">
              <a:buNone/>
            </a:pPr>
            <a:r>
              <a:rPr lang="en-US" dirty="0"/>
              <a:t>[EXTENDED NUMERICAL STATISTICAL SUMMARY (SKEWNESS &amp; IQR)]</a:t>
            </a:r>
            <a:endParaRPr lang="en-IN" dirty="0"/>
          </a:p>
        </p:txBody>
      </p:sp>
      <p:pic>
        <p:nvPicPr>
          <p:cNvPr id="3" name="Picture 2">
            <a:extLst>
              <a:ext uri="{FF2B5EF4-FFF2-40B4-BE49-F238E27FC236}">
                <a16:creationId xmlns:a16="http://schemas.microsoft.com/office/drawing/2014/main" id="{66059DE9-40C0-E0E7-67F9-43E3E3FEDB8D}"/>
              </a:ext>
            </a:extLst>
          </p:cNvPr>
          <p:cNvPicPr>
            <a:picLocks noChangeAspect="1"/>
          </p:cNvPicPr>
          <p:nvPr/>
        </p:nvPicPr>
        <p:blipFill>
          <a:blip r:embed="rId3"/>
          <a:stretch>
            <a:fillRect/>
          </a:stretch>
        </p:blipFill>
        <p:spPr>
          <a:xfrm>
            <a:off x="12074" y="1431592"/>
            <a:ext cx="12179926" cy="555018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4759404" y="547327"/>
            <a:ext cx="4275138" cy="477520"/>
          </a:xfrm>
        </p:spPr>
        <p:txBody>
          <a:bodyPr/>
          <a:lstStyle/>
          <a:p>
            <a:pPr marL="0" indent="0">
              <a:buNone/>
            </a:pPr>
            <a:r>
              <a:rPr lang="en-US" dirty="0"/>
              <a:t>[Missing data for </a:t>
            </a:r>
            <a:r>
              <a:rPr lang="en-US" dirty="0" err="1"/>
              <a:t>adualt</a:t>
            </a:r>
            <a:r>
              <a:rPr lang="en-US" dirty="0"/>
              <a:t> ]</a:t>
            </a:r>
            <a:endParaRPr lang="en-IN" dirty="0"/>
          </a:p>
        </p:txBody>
      </p:sp>
      <p:pic>
        <p:nvPicPr>
          <p:cNvPr id="3" name="Picture 2">
            <a:extLst>
              <a:ext uri="{FF2B5EF4-FFF2-40B4-BE49-F238E27FC236}">
                <a16:creationId xmlns:a16="http://schemas.microsoft.com/office/drawing/2014/main" id="{17F8F56A-F644-5571-E59B-1391167B7CB7}"/>
              </a:ext>
            </a:extLst>
          </p:cNvPr>
          <p:cNvPicPr>
            <a:picLocks noChangeAspect="1"/>
          </p:cNvPicPr>
          <p:nvPr/>
        </p:nvPicPr>
        <p:blipFill>
          <a:blip r:embed="rId3"/>
          <a:stretch>
            <a:fillRect/>
          </a:stretch>
        </p:blipFill>
        <p:spPr>
          <a:xfrm>
            <a:off x="31125" y="1288764"/>
            <a:ext cx="12160875" cy="556923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5115004" y="547327"/>
            <a:ext cx="4275138" cy="477520"/>
          </a:xfrm>
        </p:spPr>
        <p:txBody>
          <a:bodyPr>
            <a:normAutofit fontScale="77500" lnSpcReduction="20000"/>
          </a:bodyPr>
          <a:lstStyle/>
          <a:p>
            <a:pPr marL="0" indent="0">
              <a:buNone/>
            </a:pPr>
            <a:r>
              <a:rPr lang="en-US" dirty="0"/>
              <a:t>[Distribution for state , season and crops ]</a:t>
            </a:r>
            <a:endParaRPr lang="en-IN" dirty="0"/>
          </a:p>
        </p:txBody>
      </p:sp>
      <p:pic>
        <p:nvPicPr>
          <p:cNvPr id="3" name="Picture 2">
            <a:extLst>
              <a:ext uri="{FF2B5EF4-FFF2-40B4-BE49-F238E27FC236}">
                <a16:creationId xmlns:a16="http://schemas.microsoft.com/office/drawing/2014/main" id="{17DE4B94-BB98-D062-04BD-5798F2F7B948}"/>
              </a:ext>
            </a:extLst>
          </p:cNvPr>
          <p:cNvPicPr>
            <a:picLocks noChangeAspect="1"/>
          </p:cNvPicPr>
          <p:nvPr/>
        </p:nvPicPr>
        <p:blipFill>
          <a:blip r:embed="rId3"/>
          <a:stretch>
            <a:fillRect/>
          </a:stretch>
        </p:blipFill>
        <p:spPr>
          <a:xfrm>
            <a:off x="12074" y="1275371"/>
            <a:ext cx="12179926" cy="548668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F46C1540-F92B-034A-7A77-4F6655FDF30B}"/>
              </a:ext>
            </a:extLst>
          </p:cNvPr>
          <p:cNvPicPr>
            <a:picLocks noChangeAspect="1"/>
          </p:cNvPicPr>
          <p:nvPr/>
        </p:nvPicPr>
        <p:blipFill>
          <a:blip r:embed="rId3"/>
          <a:stretch>
            <a:fillRect/>
          </a:stretch>
        </p:blipFill>
        <p:spPr>
          <a:xfrm>
            <a:off x="320982" y="91990"/>
            <a:ext cx="10926138" cy="6948889"/>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FE9747-15C6-D626-964E-1A0C204781F2}"/>
              </a:ext>
            </a:extLst>
          </p:cNvPr>
          <p:cNvPicPr>
            <a:picLocks noChangeAspect="1"/>
          </p:cNvPicPr>
          <p:nvPr/>
        </p:nvPicPr>
        <p:blipFill>
          <a:blip r:embed="rId2"/>
          <a:stretch>
            <a:fillRect/>
          </a:stretch>
        </p:blipFill>
        <p:spPr>
          <a:xfrm>
            <a:off x="2313029" y="0"/>
            <a:ext cx="7565941" cy="6858000"/>
          </a:xfrm>
          <a:prstGeom prst="rect">
            <a:avLst/>
          </a:prstGeom>
        </p:spPr>
      </p:pic>
    </p:spTree>
    <p:extLst>
      <p:ext uri="{BB962C8B-B14F-4D97-AF65-F5344CB8AC3E}">
        <p14:creationId xmlns:p14="http://schemas.microsoft.com/office/powerpoint/2010/main" val="316219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751A59E-DFB6-111F-D90C-7AFA292CA505}"/>
              </a:ext>
            </a:extLst>
          </p:cNvPr>
          <p:cNvSpPr txBox="1"/>
          <p:nvPr/>
        </p:nvSpPr>
        <p:spPr>
          <a:xfrm>
            <a:off x="577255" y="2055428"/>
            <a:ext cx="7213600" cy="4431983"/>
          </a:xfrm>
          <a:prstGeom prst="rect">
            <a:avLst/>
          </a:prstGeom>
          <a:noFill/>
        </p:spPr>
        <p:txBody>
          <a:bodyPr wrap="square" rtlCol="0">
            <a:spAutoFit/>
          </a:bodyPr>
          <a:lstStyle/>
          <a:p>
            <a:pPr lvl="0"/>
            <a:r>
              <a:rPr lang="en-US" sz="2400" b="1" dirty="0"/>
              <a:t>Predictive Modeling:</a:t>
            </a:r>
            <a:r>
              <a:rPr lang="en-US" sz="2400" dirty="0"/>
              <a:t> Integrating Machine Learning algorithms (e.g., Random Forest, XGBoost) to forecast future seasonal yields.</a:t>
            </a:r>
          </a:p>
          <a:p>
            <a:pPr lvl="0"/>
            <a:endParaRPr lang="en-US" sz="2400" dirty="0"/>
          </a:p>
          <a:p>
            <a:pPr lvl="0"/>
            <a:r>
              <a:rPr lang="en-US" sz="2400" b="1" dirty="0"/>
              <a:t>Real-time Integration:</a:t>
            </a:r>
            <a:r>
              <a:rPr lang="en-US" sz="2400" dirty="0"/>
              <a:t> Building a interactive Streamlit dashboard for real-time monitoring of regional agricultural metrics.</a:t>
            </a:r>
          </a:p>
          <a:p>
            <a:pPr lvl="0"/>
            <a:endParaRPr lang="en-US" sz="2400" dirty="0"/>
          </a:p>
          <a:p>
            <a:pPr lvl="0"/>
            <a:r>
              <a:rPr lang="en-US" sz="2400" b="1" dirty="0"/>
              <a:t>Geospatial Mapping:</a:t>
            </a:r>
            <a:r>
              <a:rPr lang="en-US" sz="2400" dirty="0"/>
              <a:t> Incorporating GIS data to map seasonal performance geographically across regions.</a:t>
            </a:r>
          </a:p>
          <a:p>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D5DA3419-4CE9-783A-467E-D622EC6BB96B}"/>
              </a:ext>
            </a:extLst>
          </p:cNvPr>
          <p:cNvSpPr txBox="1"/>
          <p:nvPr/>
        </p:nvSpPr>
        <p:spPr>
          <a:xfrm>
            <a:off x="508000" y="2286000"/>
            <a:ext cx="9906000" cy="400110"/>
          </a:xfrm>
          <a:prstGeom prst="rect">
            <a:avLst/>
          </a:prstGeom>
          <a:noFill/>
        </p:spPr>
        <p:txBody>
          <a:bodyPr wrap="square" rtlCol="0">
            <a:spAutoFit/>
          </a:bodyPr>
          <a:lstStyle/>
          <a:p>
            <a:r>
              <a:rPr lang="en-US" sz="2000" b="1" dirty="0"/>
              <a:t>https://github.com/mrsonu-boop/seasonal_agriculture_performance_analysis.git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D47339B-D9A2-FA37-7AD1-CF34C21677BC}"/>
              </a:ext>
            </a:extLst>
          </p:cNvPr>
          <p:cNvPicPr>
            <a:picLocks noChangeAspect="1"/>
          </p:cNvPicPr>
          <p:nvPr/>
        </p:nvPicPr>
        <p:blipFill>
          <a:blip r:embed="rId3"/>
          <a:stretch>
            <a:fillRect/>
          </a:stretch>
        </p:blipFill>
        <p:spPr>
          <a:xfrm>
            <a:off x="696277" y="1608410"/>
            <a:ext cx="7589520" cy="483693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307894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747</TotalTime>
  <Words>551</Words>
  <Application>Microsoft Office PowerPoint</Application>
  <PresentationFormat>Widescreen</PresentationFormat>
  <Paragraphs>45</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PRATHMESH THORWAT</cp:lastModifiedBy>
  <cp:revision>97</cp:revision>
  <dcterms:created xsi:type="dcterms:W3CDTF">2021-07-11T13:13:15Z</dcterms:created>
  <dcterms:modified xsi:type="dcterms:W3CDTF">2026-09-06T11:26:51Z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